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2.svg" ContentType="image/svg+xml"/>
  <Override PartName="/ppt/media/image1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6385" r:id="rId4"/>
    <p:sldId id="6249" r:id="rId5"/>
    <p:sldId id="6497" r:id="rId7"/>
    <p:sldId id="6498" r:id="rId8"/>
    <p:sldId id="6496" r:id="rId9"/>
    <p:sldId id="6470" r:id="rId10"/>
    <p:sldId id="6499" r:id="rId11"/>
    <p:sldId id="6432" r:id="rId12"/>
    <p:sldId id="6433" r:id="rId13"/>
    <p:sldId id="635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88736" autoAdjust="0"/>
  </p:normalViewPr>
  <p:slideViewPr>
    <p:cSldViewPr snapToGrid="0">
      <p:cViewPr varScale="1">
        <p:scale>
          <a:sx n="87" d="100"/>
          <a:sy n="87" d="100"/>
        </p:scale>
        <p:origin x="1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78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2.png"/><Relationship Id="rId2" Type="http://schemas.openxmlformats.org/officeDocument/2006/relationships/tags" Target="../tags/tag9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image" Target="../media/image3.png"/><Relationship Id="rId2" Type="http://schemas.openxmlformats.org/officeDocument/2006/relationships/tags" Target="../tags/tag31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tags" Target="../tags/tag4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tags" Target="../tags/tag43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image" Target="../media/image11.svg"/><Relationship Id="rId12" Type="http://schemas.openxmlformats.org/officeDocument/2006/relationships/image" Target="../media/image10.png"/><Relationship Id="rId11" Type="http://schemas.openxmlformats.org/officeDocument/2006/relationships/tags" Target="../tags/tag56.xml"/><Relationship Id="rId10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0.png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image" Target="../media/image13.svg"/><Relationship Id="rId7" Type="http://schemas.openxmlformats.org/officeDocument/2006/relationships/image" Target="../media/image6.png"/><Relationship Id="rId6" Type="http://schemas.openxmlformats.org/officeDocument/2006/relationships/tags" Target="../tags/tag71.xml"/><Relationship Id="rId5" Type="http://schemas.openxmlformats.org/officeDocument/2006/relationships/image" Target="../media/image12.svg"/><Relationship Id="rId4" Type="http://schemas.openxmlformats.org/officeDocument/2006/relationships/image" Target="../media/image10.png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tags" Target="../tags/tag80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0" Type="http://schemas.openxmlformats.org/officeDocument/2006/relationships/tags" Target="../tags/tag113.xml"/><Relationship Id="rId2" Type="http://schemas.openxmlformats.org/officeDocument/2006/relationships/tags" Target="../tags/tag99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108.xml"/><Relationship Id="rId12" Type="http://schemas.openxmlformats.org/officeDocument/2006/relationships/image" Target="../media/image12.svg"/><Relationship Id="rId11" Type="http://schemas.openxmlformats.org/officeDocument/2006/relationships/image" Target="../media/image10.png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" t="2656" r="9506" b="7691"/>
          <a:stretch>
            <a:fillRect/>
          </a:stretch>
        </p:blipFill>
        <p:spPr>
          <a:xfrm>
            <a:off x="6481083" y="-1"/>
            <a:ext cx="5710917" cy="6858001"/>
          </a:xfrm>
          <a:prstGeom prst="rect">
            <a:avLst/>
          </a:prstGeom>
        </p:spPr>
      </p:pic>
      <p:sp>
        <p:nvSpPr>
          <p:cNvPr id="8" name="圆角矩形 139"/>
          <p:cNvSpPr/>
          <p:nvPr userDrawn="1">
            <p:custDataLst>
              <p:tags r:id="rId4"/>
            </p:custDataLst>
          </p:nvPr>
        </p:nvSpPr>
        <p:spPr>
          <a:xfrm>
            <a:off x="645160" y="3408680"/>
            <a:ext cx="5123815" cy="556260"/>
          </a:xfrm>
          <a:prstGeom prst="roundRect">
            <a:avLst>
              <a:gd name="adj" fmla="val 22602"/>
            </a:avLst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469900" dist="114300" dir="2700000" algn="tl" rotWithShape="0">
              <a:srgbClr val="1185F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>
            <p:custDataLst>
              <p:tags r:id="rId5"/>
            </p:custDataLst>
          </p:nvPr>
        </p:nvGrpSpPr>
        <p:grpSpPr>
          <a:xfrm>
            <a:off x="916305" y="3556635"/>
            <a:ext cx="284480" cy="274955"/>
            <a:chOff x="6089" y="5693"/>
            <a:chExt cx="667" cy="645"/>
          </a:xfrm>
        </p:grpSpPr>
        <p:sp>
          <p:nvSpPr>
            <p:cNvPr id="10" name="椭圆 9"/>
            <p:cNvSpPr/>
            <p:nvPr>
              <p:custDataLst>
                <p:tags r:id="rId6"/>
              </p:custDataLst>
            </p:nvPr>
          </p:nvSpPr>
          <p:spPr>
            <a:xfrm>
              <a:off x="6089" y="5693"/>
              <a:ext cx="532" cy="532"/>
            </a:xfrm>
            <a:prstGeom prst="ellipse">
              <a:avLst/>
            </a:prstGeom>
            <a:noFill/>
            <a:ln w="38100">
              <a:solidFill>
                <a:srgbClr val="F2FA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>
              <a:stCxn id="13" idx="5"/>
            </p:cNvCxnSpPr>
            <p:nvPr>
              <p:custDataLst>
                <p:tags r:id="rId7"/>
              </p:custDataLst>
            </p:nvPr>
          </p:nvCxnSpPr>
          <p:spPr>
            <a:xfrm>
              <a:off x="6595" y="6197"/>
              <a:ext cx="161" cy="141"/>
            </a:xfrm>
            <a:prstGeom prst="line">
              <a:avLst/>
            </a:prstGeom>
            <a:ln w="38100" cap="rnd">
              <a:solidFill>
                <a:srgbClr val="F2F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>
            <p:custDataLst>
              <p:tags r:id="rId8"/>
            </p:custDataLst>
          </p:nvPr>
        </p:nvCxnSpPr>
        <p:spPr>
          <a:xfrm>
            <a:off x="1400810" y="3592195"/>
            <a:ext cx="1905" cy="204470"/>
          </a:xfrm>
          <a:prstGeom prst="line">
            <a:avLst/>
          </a:prstGeom>
          <a:ln w="28575" cap="rnd">
            <a:solidFill>
              <a:srgbClr val="F2FA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8467" y="829629"/>
            <a:ext cx="12208933" cy="9207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986155"/>
            <a:ext cx="12212320" cy="5882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412" y="0"/>
            <a:ext cx="6544588" cy="5277587"/>
          </a:xfrm>
          <a:prstGeom prst="rect">
            <a:avLst/>
          </a:prstGeom>
        </p:spPr>
      </p:pic>
      <p:sp>
        <p:nvSpPr>
          <p:cNvPr id="11" name="圆角矩形 139"/>
          <p:cNvSpPr/>
          <p:nvPr userDrawn="1">
            <p:custDataLst>
              <p:tags r:id="rId4"/>
            </p:custDataLst>
          </p:nvPr>
        </p:nvSpPr>
        <p:spPr>
          <a:xfrm>
            <a:off x="759460" y="836295"/>
            <a:ext cx="4203065" cy="409575"/>
          </a:xfrm>
          <a:prstGeom prst="roundRect">
            <a:avLst>
              <a:gd name="adj" fmla="val 22602"/>
            </a:avLst>
          </a:prstGeom>
          <a:solidFill>
            <a:schemeClr val="bg1"/>
          </a:solidFill>
          <a:ln w="12700" cmpd="sng">
            <a:noFill/>
            <a:prstDash val="solid"/>
          </a:ln>
          <a:effectLst>
            <a:outerShdw blurRad="254000" dist="139700" dir="2700000" algn="tl" rotWithShape="0">
              <a:schemeClr val="bg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>
            <a:off x="958850" y="945515"/>
            <a:ext cx="209550" cy="202565"/>
            <a:chOff x="6089" y="5693"/>
            <a:chExt cx="667" cy="645"/>
          </a:xfrm>
        </p:grpSpPr>
        <p:sp>
          <p:nvSpPr>
            <p:cNvPr id="13" name="椭圆 12"/>
            <p:cNvSpPr/>
            <p:nvPr>
              <p:custDataLst>
                <p:tags r:id="rId6"/>
              </p:custDataLst>
            </p:nvPr>
          </p:nvSpPr>
          <p:spPr>
            <a:xfrm>
              <a:off x="6089" y="5693"/>
              <a:ext cx="532" cy="532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14" name="直接连接符 13"/>
            <p:cNvCxnSpPr>
              <a:stCxn id="13" idx="5"/>
            </p:cNvCxnSpPr>
            <p:nvPr>
              <p:custDataLst>
                <p:tags r:id="rId7"/>
              </p:custDataLst>
            </p:nvPr>
          </p:nvCxnSpPr>
          <p:spPr>
            <a:xfrm>
              <a:off x="6595" y="6197"/>
              <a:ext cx="161" cy="1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/>
          <p:cNvCxnSpPr/>
          <p:nvPr userDrawn="1">
            <p:custDataLst>
              <p:tags r:id="rId8"/>
            </p:custDataLst>
          </p:nvPr>
        </p:nvCxnSpPr>
        <p:spPr>
          <a:xfrm>
            <a:off x="1315720" y="971550"/>
            <a:ext cx="1270" cy="150495"/>
          </a:xfrm>
          <a:prstGeom prst="line">
            <a:avLst/>
          </a:prstGeom>
          <a:ln w="285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759460" y="3277235"/>
            <a:ext cx="5821680" cy="1321435"/>
          </a:xfrm>
        </p:spPr>
        <p:txBody>
          <a:bodyPr lIns="101600" tIns="38100" rIns="63500" bIns="38100" anchor="ctr" anchorCtr="0">
            <a:noAutofit/>
          </a:bodyPr>
          <a:lstStyle>
            <a:lvl1pPr>
              <a:defRPr sz="6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759460" y="4633876"/>
            <a:ext cx="5821680" cy="1480258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lnSpc>
                <a:spcPct val="150000"/>
              </a:lnSpc>
              <a:spcAft>
                <a:spcPts val="0"/>
              </a:spcAft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1406524" y="846304"/>
            <a:ext cx="3452299" cy="38955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400" b="1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8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8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12090" r="7794" b="27069"/>
          <a:stretch>
            <a:fillRect/>
          </a:stretch>
        </p:blipFill>
        <p:spPr>
          <a:xfrm>
            <a:off x="-11430" y="1527175"/>
            <a:ext cx="12219306" cy="5337810"/>
          </a:xfrm>
          <a:prstGeom prst="rect">
            <a:avLst/>
          </a:prstGeom>
        </p:spPr>
      </p:pic>
      <p:sp>
        <p:nvSpPr>
          <p:cNvPr id="17" name="矩形 16" hidden="1"/>
          <p:cNvSpPr/>
          <p:nvPr userDrawn="1">
            <p:custDataLst>
              <p:tags r:id="rId4"/>
            </p:custDataLst>
          </p:nvPr>
        </p:nvSpPr>
        <p:spPr>
          <a:xfrm>
            <a:off x="-27305" y="511175"/>
            <a:ext cx="12219306" cy="6346825"/>
          </a:xfrm>
          <a:prstGeom prst="rect">
            <a:avLst/>
          </a:prstGeom>
          <a:gradFill>
            <a:gsLst>
              <a:gs pos="100000">
                <a:schemeClr val="tx2">
                  <a:lumMod val="50000"/>
                  <a:alpha val="0"/>
                </a:schemeClr>
              </a:gs>
              <a:gs pos="0">
                <a:schemeClr val="tx2">
                  <a:lumMod val="5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圆角矩形 139"/>
          <p:cNvSpPr/>
          <p:nvPr userDrawn="1">
            <p:custDataLst>
              <p:tags r:id="rId5"/>
            </p:custDataLst>
          </p:nvPr>
        </p:nvSpPr>
        <p:spPr>
          <a:xfrm>
            <a:off x="3020695" y="1513205"/>
            <a:ext cx="6163310" cy="764540"/>
          </a:xfrm>
          <a:prstGeom prst="roundRect">
            <a:avLst>
              <a:gd name="adj" fmla="val 18892"/>
            </a:avLst>
          </a:prstGeom>
          <a:solidFill>
            <a:schemeClr val="bg1"/>
          </a:solidFill>
          <a:ln>
            <a:noFill/>
          </a:ln>
          <a:effectLst>
            <a:outerShdw blurRad="254000" dist="114300" dir="2700000" algn="tl" rotWithShape="0">
              <a:schemeClr val="bg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 userDrawn="1">
            <p:custDataLst>
              <p:tags r:id="rId6"/>
            </p:custDataLst>
          </p:nvPr>
        </p:nvGrpSpPr>
        <p:grpSpPr>
          <a:xfrm>
            <a:off x="3364230" y="1696720"/>
            <a:ext cx="433070" cy="418465"/>
            <a:chOff x="6089" y="5693"/>
            <a:chExt cx="667" cy="645"/>
          </a:xfrm>
        </p:grpSpPr>
        <p:sp>
          <p:nvSpPr>
            <p:cNvPr id="21" name="椭圆 20"/>
            <p:cNvSpPr/>
            <p:nvPr>
              <p:custDataLst>
                <p:tags r:id="rId7"/>
              </p:custDataLst>
            </p:nvPr>
          </p:nvSpPr>
          <p:spPr>
            <a:xfrm>
              <a:off x="6089" y="5693"/>
              <a:ext cx="532" cy="532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/>
            <p:cNvCxnSpPr>
              <a:stCxn id="21" idx="5"/>
            </p:cNvCxnSpPr>
            <p:nvPr>
              <p:custDataLst>
                <p:tags r:id="rId8"/>
              </p:custDataLst>
            </p:nvPr>
          </p:nvCxnSpPr>
          <p:spPr>
            <a:xfrm>
              <a:off x="6543" y="6147"/>
              <a:ext cx="213" cy="191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连接符 23"/>
          <p:cNvCxnSpPr/>
          <p:nvPr userDrawn="1">
            <p:custDataLst>
              <p:tags r:id="rId9"/>
            </p:custDataLst>
          </p:nvPr>
        </p:nvCxnSpPr>
        <p:spPr>
          <a:xfrm>
            <a:off x="4102100" y="1750695"/>
            <a:ext cx="3175" cy="311150"/>
          </a:xfrm>
          <a:prstGeom prst="line">
            <a:avLst/>
          </a:prstGeom>
          <a:ln w="285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3978592" y="2477767"/>
            <a:ext cx="4245609" cy="867413"/>
          </a:xfrm>
        </p:spPr>
        <p:txBody>
          <a:bodyPr vert="horz" lIns="101600" tIns="38100" rIns="254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0"/>
            <p:custDataLst>
              <p:tags r:id="rId11"/>
            </p:custDataLst>
          </p:nvPr>
        </p:nvSpPr>
        <p:spPr>
          <a:xfrm>
            <a:off x="4282440" y="1565275"/>
            <a:ext cx="4787265" cy="66675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 spc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2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3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4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599" t="26815" r="5263" b="15789"/>
          <a:stretch>
            <a:fillRect/>
          </a:stretch>
        </p:blipFill>
        <p:spPr>
          <a:xfrm>
            <a:off x="0" y="0"/>
            <a:ext cx="2299855" cy="185634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15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3599" t="26815" r="5263" b="15789"/>
          <a:stretch>
            <a:fillRect/>
          </a:stretch>
        </p:blipFill>
        <p:spPr>
          <a:xfrm rot="10800000">
            <a:off x="8877300" y="4182110"/>
            <a:ext cx="3314700" cy="26758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13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3599" t="26815" r="5263" b="15789"/>
          <a:stretch>
            <a:fillRect/>
          </a:stretch>
        </p:blipFill>
        <p:spPr>
          <a:xfrm rot="5400000" flipH="1">
            <a:off x="10263260" y="4922809"/>
            <a:ext cx="1805036" cy="14569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图片 14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23599" t="26815" r="5263" b="15789"/>
          <a:stretch>
            <a:fillRect/>
          </a:stretch>
        </p:blipFill>
        <p:spPr>
          <a:xfrm>
            <a:off x="0" y="1"/>
            <a:ext cx="2059709" cy="166250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rgbClr val="FFFFFF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330200" y="443865"/>
            <a:ext cx="529590" cy="125095"/>
            <a:chOff x="725" y="770"/>
            <a:chExt cx="1010" cy="238"/>
          </a:xfrm>
        </p:grpSpPr>
        <p:sp>
          <p:nvSpPr>
            <p:cNvPr id="4" name="椭圆 3"/>
            <p:cNvSpPr/>
            <p:nvPr userDrawn="1">
              <p:custDataLst>
                <p:tags r:id="rId4"/>
              </p:custDataLst>
            </p:nvPr>
          </p:nvSpPr>
          <p:spPr>
            <a:xfrm>
              <a:off x="725" y="770"/>
              <a:ext cx="239" cy="23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 userDrawn="1">
              <p:custDataLst>
                <p:tags r:id="rId5"/>
              </p:custDataLst>
            </p:nvPr>
          </p:nvSpPr>
          <p:spPr>
            <a:xfrm>
              <a:off x="1111" y="770"/>
              <a:ext cx="239" cy="23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>
              <p:custDataLst>
                <p:tags r:id="rId6"/>
              </p:custDataLst>
            </p:nvPr>
          </p:nvSpPr>
          <p:spPr>
            <a:xfrm>
              <a:off x="1497" y="770"/>
              <a:ext cx="239" cy="2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3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3599" t="26815" r="5263" b="15789"/>
          <a:stretch>
            <a:fillRect/>
          </a:stretch>
        </p:blipFill>
        <p:spPr>
          <a:xfrm rot="5400000" flipH="1">
            <a:off x="9930766" y="4596765"/>
            <a:ext cx="2502535" cy="2019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rgbClr val="FFFFFF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3" name="图片 13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599" t="26815" r="5263" b="15789"/>
          <a:stretch>
            <a:fillRect/>
          </a:stretch>
        </p:blipFill>
        <p:spPr>
          <a:xfrm rot="5400000" flipH="1">
            <a:off x="9930766" y="4596765"/>
            <a:ext cx="2502535" cy="2019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图片 14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3599" t="26815" r="5263" b="15789"/>
          <a:stretch>
            <a:fillRect/>
          </a:stretch>
        </p:blipFill>
        <p:spPr>
          <a:xfrm>
            <a:off x="0" y="0"/>
            <a:ext cx="2502535" cy="2019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612000" y="1659600"/>
            <a:ext cx="10975976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rgbClr val="FFFFFF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3" name="图片 13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599" t="26815" r="5263" b="15789"/>
          <a:stretch>
            <a:fillRect/>
          </a:stretch>
        </p:blipFill>
        <p:spPr>
          <a:xfrm rot="5400000" flipH="1">
            <a:off x="10558610" y="5227008"/>
            <a:ext cx="1805036" cy="14569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图片 14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3599" t="26815" r="5263" b="15789"/>
          <a:stretch>
            <a:fillRect/>
          </a:stretch>
        </p:blipFill>
        <p:spPr>
          <a:xfrm>
            <a:off x="0" y="0"/>
            <a:ext cx="2502535" cy="2019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rgbClr val="FFFFFF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1711942" y="349885"/>
            <a:ext cx="268605" cy="259715"/>
            <a:chOff x="17403" y="1360"/>
            <a:chExt cx="449" cy="433"/>
          </a:xfrm>
        </p:grpSpPr>
        <p:sp>
          <p:nvSpPr>
            <p:cNvPr id="4" name="椭圆 3"/>
            <p:cNvSpPr/>
            <p:nvPr userDrawn="1">
              <p:custDataLst>
                <p:tags r:id="rId4"/>
              </p:custDataLst>
            </p:nvPr>
          </p:nvSpPr>
          <p:spPr>
            <a:xfrm>
              <a:off x="17403" y="1360"/>
              <a:ext cx="357" cy="3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</a:endParaRPr>
            </a:p>
          </p:txBody>
        </p:sp>
        <p:cxnSp>
          <p:nvCxnSpPr>
            <p:cNvPr id="5" name="直接连接符 4"/>
            <p:cNvCxnSpPr>
              <a:stCxn id="4" idx="5"/>
            </p:cNvCxnSpPr>
            <p:nvPr userDrawn="1">
              <p:custDataLst>
                <p:tags r:id="rId5"/>
              </p:custDataLst>
            </p:nvPr>
          </p:nvCxnSpPr>
          <p:spPr>
            <a:xfrm>
              <a:off x="17708" y="1664"/>
              <a:ext cx="144" cy="129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rgbClr val="FFFFFF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1565256" y="1214120"/>
            <a:ext cx="239395" cy="231140"/>
            <a:chOff x="17403" y="1360"/>
            <a:chExt cx="448" cy="432"/>
          </a:xfrm>
        </p:grpSpPr>
        <p:sp>
          <p:nvSpPr>
            <p:cNvPr id="4" name="椭圆 3"/>
            <p:cNvSpPr/>
            <p:nvPr userDrawn="1">
              <p:custDataLst>
                <p:tags r:id="rId4"/>
              </p:custDataLst>
            </p:nvPr>
          </p:nvSpPr>
          <p:spPr>
            <a:xfrm>
              <a:off x="17403" y="1360"/>
              <a:ext cx="357" cy="3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/>
                </a:solidFill>
              </a:endParaRPr>
            </a:p>
          </p:txBody>
        </p:sp>
        <p:cxnSp>
          <p:nvCxnSpPr>
            <p:cNvPr id="5" name="直接连接符 4"/>
            <p:cNvCxnSpPr/>
            <p:nvPr userDrawn="1">
              <p:custDataLst>
                <p:tags r:id="rId5"/>
              </p:custDataLst>
            </p:nvPr>
          </p:nvCxnSpPr>
          <p:spPr>
            <a:xfrm>
              <a:off x="17743" y="1698"/>
              <a:ext cx="108" cy="95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 userDrawn="1">
            <p:custDataLst>
              <p:tags r:id="rId6"/>
            </p:custDataLst>
          </p:nvPr>
        </p:nvGrpSpPr>
        <p:grpSpPr>
          <a:xfrm>
            <a:off x="462280" y="1214120"/>
            <a:ext cx="529590" cy="125095"/>
            <a:chOff x="725" y="770"/>
            <a:chExt cx="1010" cy="238"/>
          </a:xfrm>
        </p:grpSpPr>
        <p:sp>
          <p:nvSpPr>
            <p:cNvPr id="12" name="椭圆 11"/>
            <p:cNvSpPr/>
            <p:nvPr userDrawn="1">
              <p:custDataLst>
                <p:tags r:id="rId7"/>
              </p:custDataLst>
            </p:nvPr>
          </p:nvSpPr>
          <p:spPr>
            <a:xfrm>
              <a:off x="725" y="770"/>
              <a:ext cx="239" cy="239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>
              <p:custDataLst>
                <p:tags r:id="rId8"/>
              </p:custDataLst>
            </p:nvPr>
          </p:nvSpPr>
          <p:spPr>
            <a:xfrm>
              <a:off x="1111" y="770"/>
              <a:ext cx="239" cy="23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>
              <p:custDataLst>
                <p:tags r:id="rId9"/>
              </p:custDataLst>
            </p:nvPr>
          </p:nvSpPr>
          <p:spPr>
            <a:xfrm>
              <a:off x="1497" y="770"/>
              <a:ext cx="239" cy="2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3599" t="26815" r="5263" b="15789"/>
          <a:stretch>
            <a:fillRect/>
          </a:stretch>
        </p:blipFill>
        <p:spPr>
          <a:xfrm rot="10800000" flipH="1">
            <a:off x="-2540" y="3222625"/>
            <a:ext cx="3314700" cy="26758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 descr="templates\docerresourceshop\icons\\31393935333135313b31393938313930353bd2b5bca8d7f8b1ead6e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3599" t="26815" r="5263" b="15789"/>
          <a:stretch>
            <a:fillRect/>
          </a:stretch>
        </p:blipFill>
        <p:spPr>
          <a:xfrm rot="10800000">
            <a:off x="8877300" y="3222625"/>
            <a:ext cx="3314700" cy="26758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304" h="8316">
                <a:moveTo>
                  <a:pt x="0" y="0"/>
                </a:moveTo>
                <a:lnTo>
                  <a:pt x="10304" y="0"/>
                </a:lnTo>
                <a:lnTo>
                  <a:pt x="10304" y="8316"/>
                </a:lnTo>
                <a:lnTo>
                  <a:pt x="0" y="831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11"/>
          <p:cNvSpPr/>
          <p:nvPr/>
        </p:nvSpPr>
        <p:spPr>
          <a:xfrm rot="18900000" flipH="1">
            <a:off x="11526044" y="5787231"/>
            <a:ext cx="1173163" cy="952500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rgbClr val="197A9D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思源黑体 HW Regular" panose="020B0500000000000000" pitchFamily="34" charset="-122"/>
              <a:ea typeface="思源黑体 HW Regular" panose="020B0500000000000000" pitchFamily="34" charset="-122"/>
              <a:cs typeface="Noto Sans S Chinese" charset="-122"/>
            </a:endParaRPr>
          </a:p>
        </p:txBody>
      </p:sp>
      <p:sp>
        <p:nvSpPr>
          <p:cNvPr id="9" name="任意多边形 17"/>
          <p:cNvSpPr/>
          <p:nvPr/>
        </p:nvSpPr>
        <p:spPr>
          <a:xfrm rot="2700000">
            <a:off x="10953750" y="5534025"/>
            <a:ext cx="601663" cy="604838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2">
              <a:lumMod val="9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思源黑体 HW Regular" panose="020B0500000000000000" pitchFamily="34" charset="-122"/>
              <a:ea typeface="思源黑体 HW Regular" panose="020B0500000000000000" pitchFamily="34" charset="-122"/>
              <a:cs typeface="Noto Sans S Chinese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64130" y="-55245"/>
            <a:ext cx="9415780" cy="1325880"/>
          </a:xfrm>
        </p:spPr>
        <p:txBody>
          <a:bodyPr>
            <a:normAutofit/>
          </a:bodyPr>
          <a:lstStyle>
            <a:lvl1pPr algn="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F00D57-4F31-49BF-99F2-BDE35C43985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246630" y="851535"/>
            <a:ext cx="9698355" cy="18415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9" Type="http://schemas.openxmlformats.org/officeDocument/2006/relationships/theme" Target="../theme/theme2.xml"/><Relationship Id="rId28" Type="http://schemas.openxmlformats.org/officeDocument/2006/relationships/tags" Target="../tags/tag115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image" Target="../media/image18.png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38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3.xml"/><Relationship Id="rId2" Type="http://schemas.openxmlformats.org/officeDocument/2006/relationships/image" Target="../media/image19.png"/><Relationship Id="rId1" Type="http://schemas.openxmlformats.org/officeDocument/2006/relationships/tags" Target="../tags/tag13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5.xml"/><Relationship Id="rId2" Type="http://schemas.openxmlformats.org/officeDocument/2006/relationships/image" Target="../media/image20.png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37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3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9.xml"/><Relationship Id="rId2" Type="http://schemas.openxmlformats.org/officeDocument/2006/relationships/image" Target="../media/image23.png"/><Relationship Id="rId1" Type="http://schemas.openxmlformats.org/officeDocument/2006/relationships/tags" Target="../tags/tag13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4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1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image" Target="../media/image18.png"/><Relationship Id="rId3" Type="http://schemas.openxmlformats.org/officeDocument/2006/relationships/tags" Target="../tags/tag144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38.xml"/><Relationship Id="rId2" Type="http://schemas.openxmlformats.org/officeDocument/2006/relationships/tags" Target="../tags/tag143.xml"/><Relationship Id="rId19" Type="http://schemas.openxmlformats.org/officeDocument/2006/relationships/tags" Target="../tags/tag159.xml"/><Relationship Id="rId18" Type="http://schemas.openxmlformats.org/officeDocument/2006/relationships/tags" Target="../tags/tag158.xml"/><Relationship Id="rId17" Type="http://schemas.openxmlformats.org/officeDocument/2006/relationships/tags" Target="../tags/tag157.xml"/><Relationship Id="rId16" Type="http://schemas.openxmlformats.org/officeDocument/2006/relationships/tags" Target="../tags/tag156.xml"/><Relationship Id="rId15" Type="http://schemas.openxmlformats.org/officeDocument/2006/relationships/tags" Target="../tags/tag155.xml"/><Relationship Id="rId14" Type="http://schemas.openxmlformats.org/officeDocument/2006/relationships/tags" Target="../tags/tag154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tags" Target="../tags/tag14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image" Target="../media/image18.png"/><Relationship Id="rId3" Type="http://schemas.openxmlformats.org/officeDocument/2006/relationships/tags" Target="../tags/tag162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38.xml"/><Relationship Id="rId2" Type="http://schemas.openxmlformats.org/officeDocument/2006/relationships/tags" Target="../tags/tag161.xml"/><Relationship Id="rId19" Type="http://schemas.openxmlformats.org/officeDocument/2006/relationships/tags" Target="../tags/tag177.xml"/><Relationship Id="rId18" Type="http://schemas.openxmlformats.org/officeDocument/2006/relationships/tags" Target="../tags/tag176.xml"/><Relationship Id="rId17" Type="http://schemas.openxmlformats.org/officeDocument/2006/relationships/tags" Target="../tags/tag175.xml"/><Relationship Id="rId16" Type="http://schemas.openxmlformats.org/officeDocument/2006/relationships/tags" Target="../tags/tag174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tags" Target="../tags/tag16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1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2904" y="1521619"/>
            <a:ext cx="9841706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工作汇报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7" y="6153136"/>
            <a:ext cx="2250001" cy="540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77815" y="4939030"/>
            <a:ext cx="214249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—2026</a:t>
            </a:r>
            <a:r>
              <a:rPr lang="zh-CN" altLang="en-US" sz="1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800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18899" b="27659"/>
          <a:stretch>
            <a:fillRect/>
          </a:stretch>
        </p:blipFill>
        <p:spPr>
          <a:xfrm>
            <a:off x="2646045" y="5993130"/>
            <a:ext cx="2192037" cy="720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75" y="69850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/>
          <p:cNvGrpSpPr/>
          <p:nvPr/>
        </p:nvGrpSpPr>
        <p:grpSpPr>
          <a:xfrm>
            <a:off x="1026795" y="1553845"/>
            <a:ext cx="2620645" cy="2090420"/>
            <a:chOff x="1617" y="2447"/>
            <a:chExt cx="4127" cy="3292"/>
          </a:xfrm>
        </p:grpSpPr>
        <p:sp>
          <p:nvSpPr>
            <p:cNvPr id="188" name="文本框 187"/>
            <p:cNvSpPr txBox="1"/>
            <p:nvPr/>
          </p:nvSpPr>
          <p:spPr>
            <a:xfrm>
              <a:off x="1617" y="2447"/>
              <a:ext cx="4127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目录</a:t>
              </a:r>
              <a:endParaRPr kumimoji="0" lang="zh-CN" altLang="en-US" sz="8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776" y="4723"/>
              <a:ext cx="3896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 Bold" panose="020B0703020204020201" charset="-122"/>
                  <a:ea typeface="Microsoft YaHei Bold" panose="020B0703020204020201" charset="-122"/>
                  <a:cs typeface="+mn-cs"/>
                </a:rPr>
                <a:t>CONTENT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Bold" panose="020B0703020204020201" charset="-122"/>
                <a:ea typeface="Microsoft YaHei Bold" panose="020B0703020204020201" charset="-122"/>
                <a:cs typeface="+mn-cs"/>
              </a:endParaRPr>
            </a:p>
          </p:txBody>
        </p:sp>
      </p:grpSp>
      <p:sp>
        <p:nvSpPr>
          <p:cNvPr id="11" name="文本框 2"/>
          <p:cNvSpPr txBox="1"/>
          <p:nvPr>
            <p:custDataLst>
              <p:tags r:id="rId1"/>
            </p:custDataLst>
          </p:nvPr>
        </p:nvSpPr>
        <p:spPr>
          <a:xfrm>
            <a:off x="551815" y="1268730"/>
            <a:ext cx="18307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" name="图片 13" descr="/Users/baidongdong/Downloads/科研图设计/芯片技术ppt/图片2副本.png图片2副本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4494"/>
          <a:stretch>
            <a:fillRect/>
          </a:stretch>
        </p:blipFill>
        <p:spPr>
          <a:xfrm>
            <a:off x="5080" y="0"/>
            <a:ext cx="5088890" cy="6858000"/>
          </a:xfrm>
          <a:prstGeom prst="rect">
            <a:avLst/>
          </a:prstGeom>
        </p:spPr>
      </p:pic>
      <p:grpSp>
        <p:nvGrpSpPr>
          <p:cNvPr id="83" name="组合 82"/>
          <p:cNvGrpSpPr/>
          <p:nvPr/>
        </p:nvGrpSpPr>
        <p:grpSpPr>
          <a:xfrm>
            <a:off x="4770117" y="1177049"/>
            <a:ext cx="5892989" cy="5256994"/>
            <a:chOff x="4869555" y="1050925"/>
            <a:chExt cx="5892989" cy="5256994"/>
          </a:xfrm>
        </p:grpSpPr>
        <p:sp>
          <p:nvSpPr>
            <p:cNvPr id="135" name="椭圆 134"/>
            <p:cNvSpPr/>
            <p:nvPr>
              <p:custDataLst>
                <p:tags r:id="rId5"/>
              </p:custDataLst>
            </p:nvPr>
          </p:nvSpPr>
          <p:spPr>
            <a:xfrm>
              <a:off x="4869555" y="5570049"/>
              <a:ext cx="1259284" cy="737870"/>
            </a:xfrm>
            <a:prstGeom prst="ellipse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873984" y="1050925"/>
              <a:ext cx="5888560" cy="739775"/>
              <a:chOff x="9413" y="600"/>
              <a:chExt cx="7753" cy="1165"/>
            </a:xfrm>
          </p:grpSpPr>
          <p:sp>
            <p:nvSpPr>
              <p:cNvPr id="49" name="文本框 4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175" y="673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F81BD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PARTNR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50" name="流程图: 卡片 49"/>
              <p:cNvSpPr/>
              <p:nvPr>
                <p:custDataLst>
                  <p:tags r:id="rId7"/>
                </p:custDataLst>
              </p:nvPr>
            </p:nvSpPr>
            <p:spPr>
              <a:xfrm>
                <a:off x="9924" y="836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rgbClr val="0485D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51" name="流程图: 卡片 50"/>
              <p:cNvSpPr/>
              <p:nvPr>
                <p:custDataLst>
                  <p:tags r:id="rId8"/>
                </p:custDataLst>
              </p:nvPr>
            </p:nvSpPr>
            <p:spPr>
              <a:xfrm>
                <a:off x="9744" y="656"/>
                <a:ext cx="997" cy="997"/>
              </a:xfrm>
              <a:prstGeom prst="flowChartPunchedCard">
                <a:avLst/>
              </a:prstGeom>
              <a:solidFill>
                <a:srgbClr val="0070C0"/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2E8A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52" name="椭圆 51"/>
              <p:cNvSpPr/>
              <p:nvPr>
                <p:custDataLst>
                  <p:tags r:id="rId9"/>
                </p:custDataLst>
              </p:nvPr>
            </p:nvSpPr>
            <p:spPr>
              <a:xfrm>
                <a:off x="9413" y="600"/>
                <a:ext cx="1658" cy="1165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873984" y="1961450"/>
              <a:ext cx="5888560" cy="737870"/>
              <a:chOff x="9413" y="2235"/>
              <a:chExt cx="7753" cy="1162"/>
            </a:xfrm>
          </p:grpSpPr>
          <p:sp>
            <p:nvSpPr>
              <p:cNvPr id="45" name="文本框 4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1175" y="2308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---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46" name="流程图: 卡片 45"/>
              <p:cNvSpPr/>
              <p:nvPr>
                <p:custDataLst>
                  <p:tags r:id="rId11"/>
                </p:custDataLst>
              </p:nvPr>
            </p:nvSpPr>
            <p:spPr>
              <a:xfrm>
                <a:off x="9924" y="2471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7" name="流程图: 卡片 46"/>
              <p:cNvSpPr/>
              <p:nvPr>
                <p:custDataLst>
                  <p:tags r:id="rId12"/>
                </p:custDataLst>
              </p:nvPr>
            </p:nvSpPr>
            <p:spPr>
              <a:xfrm>
                <a:off x="9744" y="2291"/>
                <a:ext cx="997" cy="997"/>
              </a:xfrm>
              <a:prstGeom prst="flowChartPunchedCard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BACC6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8" name="椭圆 47"/>
              <p:cNvSpPr/>
              <p:nvPr>
                <p:custDataLst>
                  <p:tags r:id="rId13"/>
                </p:custDataLst>
              </p:nvPr>
            </p:nvSpPr>
            <p:spPr>
              <a:xfrm>
                <a:off x="9413" y="2235"/>
                <a:ext cx="1658" cy="1162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4873982" y="2870070"/>
              <a:ext cx="5888559" cy="737870"/>
              <a:chOff x="9413" y="2235"/>
              <a:chExt cx="7753" cy="1162"/>
            </a:xfrm>
          </p:grpSpPr>
          <p:sp>
            <p:nvSpPr>
              <p:cNvPr id="41" name="文本框 4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175" y="2308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200" b="1" kern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---</a:t>
                </a: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42" name="流程图: 卡片 41"/>
              <p:cNvSpPr/>
              <p:nvPr>
                <p:custDataLst>
                  <p:tags r:id="rId15"/>
                </p:custDataLst>
              </p:nvPr>
            </p:nvSpPr>
            <p:spPr>
              <a:xfrm>
                <a:off x="9924" y="2471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3" name="流程图: 卡片 42"/>
              <p:cNvSpPr/>
              <p:nvPr>
                <p:custDataLst>
                  <p:tags r:id="rId16"/>
                </p:custDataLst>
              </p:nvPr>
            </p:nvSpPr>
            <p:spPr>
              <a:xfrm>
                <a:off x="9744" y="2291"/>
                <a:ext cx="997" cy="997"/>
              </a:xfrm>
              <a:prstGeom prst="flowChartPunchedCard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BACC6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>
                <p:custDataLst>
                  <p:tags r:id="rId17"/>
                </p:custDataLst>
              </p:nvPr>
            </p:nvSpPr>
            <p:spPr>
              <a:xfrm>
                <a:off x="9413" y="2235"/>
                <a:ext cx="1658" cy="1162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8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328" y="116632"/>
            <a:ext cx="2843530" cy="672465"/>
          </a:xfrm>
          <a:prstGeom prst="rect">
            <a:avLst/>
          </a:prstGeom>
        </p:spPr>
        <p:txBody>
          <a:bodyPr wrap="none">
            <a:no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0850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文献信息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" y="1918335"/>
            <a:ext cx="10965180" cy="3021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328" y="116632"/>
            <a:ext cx="2843530" cy="672465"/>
          </a:xfrm>
          <a:prstGeom prst="rect">
            <a:avLst/>
          </a:prstGeom>
        </p:spPr>
        <p:txBody>
          <a:bodyPr wrap="none">
            <a:no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0850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数据集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7780"/>
            <a:ext cx="5168900" cy="47840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52440" y="1178560"/>
            <a:ext cx="6344920" cy="212280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任务类型</a:t>
            </a:r>
            <a:endParaRPr lang="zh-CN" altLang="en-US" b="1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1.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无约束任务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: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子任务可以由任意智能体以任何顺序完成。</a:t>
            </a:r>
            <a:endParaRPr lang="zh-CN" altLang="en-US" sz="1400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2.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空间约束任务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: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要求物体必须放置在特定的空间位置或满足特定的空间关系。</a:t>
            </a:r>
            <a:endParaRPr lang="zh-CN" altLang="en-US" sz="1400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3.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时间约束任务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: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要求动作必须按特定顺序执行（例如：先洗碗再擦干）。</a:t>
            </a:r>
            <a:endParaRPr lang="zh-CN" altLang="en-US" sz="1400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4.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异构能力约束任务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: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任务需要根据智能体的不同能力分配，某些动作可能只有其中一方能完成。</a:t>
            </a:r>
            <a:endParaRPr lang="zh-CN" altLang="en-US" sz="1400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18480" y="3626168"/>
            <a:ext cx="5080000" cy="2445385"/>
          </a:xfrm>
          <a:prstGeom prst="rect">
            <a:avLst/>
          </a:prstGeom>
        </p:spPr>
        <p:txBody>
          <a:bodyPr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Agent</a:t>
            </a:r>
            <a:r>
              <a:rPr lang="zh-CN" altLang="en-US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类型</a:t>
            </a:r>
            <a:endParaRPr lang="zh-CN" altLang="en-US" b="1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1.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机器人智能体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: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由 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LLM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驱动，负责感知环境、规划逻辑并调用工具执行动作。</a:t>
            </a:r>
            <a:endParaRPr lang="zh-CN" altLang="en-US" sz="1400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2.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人类智能体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: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在仿真中可以是基于预设策略的模拟人，也可以是真实的“人在回路 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(Human-in-the-loop)”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操作。</a:t>
            </a:r>
            <a:endParaRPr lang="zh-CN" altLang="en-US" sz="1400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3.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协作模式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:</a:t>
            </a:r>
            <a:r>
              <a:rPr lang="en-US" altLang="zh-CN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智能体可以处于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全知 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或</a:t>
            </a:r>
            <a:r>
              <a:rPr lang="zh-CN" altLang="en-US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局部观察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状态。在局部观察下，智能体必须通过移动和感知来更新其内置的 </a:t>
            </a:r>
            <a:r>
              <a:rPr lang="en-US" altLang="zh-CN" sz="1400" b="1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WorldGraph</a:t>
            </a:r>
            <a:r>
              <a:rPr lang="zh-CN" altLang="en-US" sz="1400">
                <a:solidFill>
                  <a:schemeClr val="tx1"/>
                </a:solidFill>
                <a:uFillTx/>
                <a:ea typeface="微软雅黑" panose="020B0503020204020204" pitchFamily="34" charset="-122"/>
              </a:rPr>
              <a:t>。</a:t>
            </a:r>
            <a:endParaRPr lang="zh-CN" altLang="en-US" sz="1400">
              <a:solidFill>
                <a:schemeClr val="tx1"/>
              </a:solidFill>
              <a:uFillTx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328" y="116632"/>
            <a:ext cx="2843530" cy="672465"/>
          </a:xfrm>
          <a:prstGeom prst="rect">
            <a:avLst/>
          </a:prstGeom>
        </p:spPr>
        <p:txBody>
          <a:bodyPr wrap="none">
            <a:no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0850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数据组织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920875"/>
            <a:ext cx="5966460" cy="4502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975" y="3429000"/>
            <a:ext cx="2095500" cy="2667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37830" y="1671955"/>
            <a:ext cx="3112770" cy="147637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单场景</a:t>
            </a:r>
            <a:r>
              <a:rPr lang="en-US" altLang="zh-CN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GT</a:t>
            </a:r>
            <a:endParaRPr lang="en-US" altLang="zh-CN" b="1">
              <a:solidFill>
                <a:schemeClr val="tx1"/>
              </a:solidFill>
              <a:uFillTx/>
              <a:latin typeface="Microsoft YaHei UI" panose="020B050302020402020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场景实时生成，增加随机性</a:t>
            </a:r>
            <a:endParaRPr lang="en-US" altLang="zh-CN" sz="1400" b="1">
              <a:solidFill>
                <a:schemeClr val="tx1"/>
              </a:solidFill>
              <a:uFillTx/>
              <a:latin typeface="Microsoft YaHei UI" panose="020B050302020402020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2.</a:t>
            </a:r>
            <a:r>
              <a:rPr lang="zh-CN" altLang="en-US" sz="1400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不关心中间步骤，只验证最终状态</a:t>
            </a:r>
            <a:endParaRPr lang="zh-CN" altLang="en-US" sz="1400">
              <a:solidFill>
                <a:schemeClr val="tx1"/>
              </a:solidFill>
              <a:uFillTx/>
              <a:latin typeface="Microsoft YaHei UI" panose="020B050302020402020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3.</a:t>
            </a:r>
            <a:r>
              <a:rPr lang="zh-CN" altLang="en-US" sz="1400" b="1">
                <a:solidFill>
                  <a:schemeClr val="tx1"/>
                </a:solidFill>
                <a:uFillTx/>
                <a:latin typeface="Microsoft YaHei UI" panose="020B0503020204020204" charset="-122"/>
                <a:ea typeface="微软雅黑" panose="020B0503020204020204" pitchFamily="34" charset="-122"/>
              </a:rPr>
              <a:t>局部感知和全局感切换</a:t>
            </a:r>
            <a:endParaRPr lang="zh-CN" altLang="en-US" sz="1400" b="1">
              <a:solidFill>
                <a:schemeClr val="tx1"/>
              </a:solidFill>
              <a:uFillTx/>
              <a:latin typeface="Microsoft YaHei UI" panose="020B0503020204020204" charset="-122"/>
              <a:ea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328" y="116632"/>
            <a:ext cx="2843530" cy="672465"/>
          </a:xfrm>
          <a:prstGeom prst="rect">
            <a:avLst/>
          </a:prstGeom>
        </p:spPr>
        <p:txBody>
          <a:bodyPr wrap="none">
            <a:no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0850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实验设计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422400"/>
            <a:ext cx="9994265" cy="3614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328" y="116632"/>
            <a:ext cx="2843530" cy="672465"/>
          </a:xfrm>
          <a:prstGeom prst="rect">
            <a:avLst/>
          </a:prstGeom>
        </p:spPr>
        <p:txBody>
          <a:bodyPr wrap="none">
            <a:no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0850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【issue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】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974725"/>
            <a:ext cx="5253355" cy="57861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815" y="974725"/>
            <a:ext cx="5579745" cy="50888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/>
          <p:cNvGrpSpPr/>
          <p:nvPr/>
        </p:nvGrpSpPr>
        <p:grpSpPr>
          <a:xfrm>
            <a:off x="1026795" y="1553845"/>
            <a:ext cx="2620645" cy="2090420"/>
            <a:chOff x="1617" y="2447"/>
            <a:chExt cx="4127" cy="3292"/>
          </a:xfrm>
        </p:grpSpPr>
        <p:sp>
          <p:nvSpPr>
            <p:cNvPr id="188" name="文本框 187"/>
            <p:cNvSpPr txBox="1"/>
            <p:nvPr/>
          </p:nvSpPr>
          <p:spPr>
            <a:xfrm>
              <a:off x="1617" y="2447"/>
              <a:ext cx="4127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目录</a:t>
              </a:r>
              <a:endParaRPr kumimoji="0" lang="zh-CN" altLang="en-US" sz="8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776" y="4723"/>
              <a:ext cx="3896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 Bold" panose="020B0703020204020201" charset="-122"/>
                  <a:ea typeface="Microsoft YaHei Bold" panose="020B0703020204020201" charset="-122"/>
                  <a:cs typeface="+mn-cs"/>
                </a:rPr>
                <a:t>CONTENT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Bold" panose="020B0703020204020201" charset="-122"/>
                <a:ea typeface="Microsoft YaHei Bold" panose="020B0703020204020201" charset="-122"/>
                <a:cs typeface="+mn-cs"/>
              </a:endParaRPr>
            </a:p>
          </p:txBody>
        </p:sp>
      </p:grpSp>
      <p:sp>
        <p:nvSpPr>
          <p:cNvPr id="11" name="文本框 2"/>
          <p:cNvSpPr txBox="1"/>
          <p:nvPr>
            <p:custDataLst>
              <p:tags r:id="rId1"/>
            </p:custDataLst>
          </p:nvPr>
        </p:nvSpPr>
        <p:spPr>
          <a:xfrm>
            <a:off x="551815" y="1268730"/>
            <a:ext cx="18307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" name="图片 13" descr="/Users/baidongdong/Downloads/科研图设计/芯片技术ppt/图片2副本.png图片2副本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4494"/>
          <a:stretch>
            <a:fillRect/>
          </a:stretch>
        </p:blipFill>
        <p:spPr>
          <a:xfrm>
            <a:off x="5080" y="0"/>
            <a:ext cx="5088890" cy="6858000"/>
          </a:xfrm>
          <a:prstGeom prst="rect">
            <a:avLst/>
          </a:prstGeom>
        </p:spPr>
      </p:pic>
      <p:grpSp>
        <p:nvGrpSpPr>
          <p:cNvPr id="83" name="组合 82"/>
          <p:cNvGrpSpPr/>
          <p:nvPr/>
        </p:nvGrpSpPr>
        <p:grpSpPr>
          <a:xfrm>
            <a:off x="4770117" y="1177049"/>
            <a:ext cx="5892989" cy="5256994"/>
            <a:chOff x="4869555" y="1050925"/>
            <a:chExt cx="5892989" cy="5256994"/>
          </a:xfrm>
        </p:grpSpPr>
        <p:sp>
          <p:nvSpPr>
            <p:cNvPr id="135" name="椭圆 134"/>
            <p:cNvSpPr/>
            <p:nvPr>
              <p:custDataLst>
                <p:tags r:id="rId5"/>
              </p:custDataLst>
            </p:nvPr>
          </p:nvSpPr>
          <p:spPr>
            <a:xfrm>
              <a:off x="4869555" y="5570049"/>
              <a:ext cx="1259284" cy="737870"/>
            </a:xfrm>
            <a:prstGeom prst="ellipse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873984" y="1050925"/>
              <a:ext cx="5888560" cy="739775"/>
              <a:chOff x="9413" y="600"/>
              <a:chExt cx="7753" cy="1165"/>
            </a:xfrm>
          </p:grpSpPr>
          <p:sp>
            <p:nvSpPr>
              <p:cNvPr id="49" name="文本框 4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175" y="673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D9D9D9"/>
                    </a:solidFill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PARTNR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D9D9D9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50" name="流程图: 卡片 49"/>
              <p:cNvSpPr/>
              <p:nvPr>
                <p:custDataLst>
                  <p:tags r:id="rId7"/>
                </p:custDataLst>
              </p:nvPr>
            </p:nvSpPr>
            <p:spPr>
              <a:xfrm>
                <a:off x="9924" y="836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51" name="流程图: 卡片 50"/>
              <p:cNvSpPr/>
              <p:nvPr>
                <p:custDataLst>
                  <p:tags r:id="rId8"/>
                </p:custDataLst>
              </p:nvPr>
            </p:nvSpPr>
            <p:spPr>
              <a:xfrm>
                <a:off x="9744" y="656"/>
                <a:ext cx="997" cy="997"/>
              </a:xfrm>
              <a:prstGeom prst="flowChartPunchedCard">
                <a:avLst/>
              </a:prstGeom>
              <a:solidFill>
                <a:srgbClr val="F2F2F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2E8A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52" name="椭圆 51"/>
              <p:cNvSpPr/>
              <p:nvPr>
                <p:custDataLst>
                  <p:tags r:id="rId9"/>
                </p:custDataLst>
              </p:nvPr>
            </p:nvSpPr>
            <p:spPr>
              <a:xfrm>
                <a:off x="9413" y="600"/>
                <a:ext cx="1658" cy="1165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873984" y="1961450"/>
              <a:ext cx="5888560" cy="737870"/>
              <a:chOff x="9413" y="2235"/>
              <a:chExt cx="7753" cy="1162"/>
            </a:xfrm>
          </p:grpSpPr>
          <p:sp>
            <p:nvSpPr>
              <p:cNvPr id="45" name="文本框 4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1175" y="2308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F81B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---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46" name="流程图: 卡片 45"/>
              <p:cNvSpPr/>
              <p:nvPr>
                <p:custDataLst>
                  <p:tags r:id="rId11"/>
                </p:custDataLst>
              </p:nvPr>
            </p:nvSpPr>
            <p:spPr>
              <a:xfrm>
                <a:off x="9924" y="2471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7" name="流程图: 卡片 46"/>
              <p:cNvSpPr/>
              <p:nvPr>
                <p:custDataLst>
                  <p:tags r:id="rId12"/>
                </p:custDataLst>
              </p:nvPr>
            </p:nvSpPr>
            <p:spPr>
              <a:xfrm>
                <a:off x="9744" y="2291"/>
                <a:ext cx="997" cy="997"/>
              </a:xfrm>
              <a:prstGeom prst="flowChartPunchedCard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8" name="椭圆 47"/>
              <p:cNvSpPr/>
              <p:nvPr>
                <p:custDataLst>
                  <p:tags r:id="rId13"/>
                </p:custDataLst>
              </p:nvPr>
            </p:nvSpPr>
            <p:spPr>
              <a:xfrm>
                <a:off x="9413" y="2235"/>
                <a:ext cx="1658" cy="1162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4873982" y="2870070"/>
              <a:ext cx="5888559" cy="737870"/>
              <a:chOff x="9413" y="2235"/>
              <a:chExt cx="7753" cy="1162"/>
            </a:xfrm>
          </p:grpSpPr>
          <p:sp>
            <p:nvSpPr>
              <p:cNvPr id="41" name="文本框 4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175" y="2308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D9D9D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---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42" name="流程图: 卡片 41"/>
              <p:cNvSpPr/>
              <p:nvPr>
                <p:custDataLst>
                  <p:tags r:id="rId15"/>
                </p:custDataLst>
              </p:nvPr>
            </p:nvSpPr>
            <p:spPr>
              <a:xfrm>
                <a:off x="9924" y="2471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3" name="流程图: 卡片 42"/>
              <p:cNvSpPr/>
              <p:nvPr>
                <p:custDataLst>
                  <p:tags r:id="rId16"/>
                </p:custDataLst>
              </p:nvPr>
            </p:nvSpPr>
            <p:spPr>
              <a:xfrm>
                <a:off x="9744" y="2291"/>
                <a:ext cx="997" cy="997"/>
              </a:xfrm>
              <a:prstGeom prst="flowChartPunchedCard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BACC6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>
                <p:custDataLst>
                  <p:tags r:id="rId17"/>
                </p:custDataLst>
              </p:nvPr>
            </p:nvSpPr>
            <p:spPr>
              <a:xfrm>
                <a:off x="9413" y="2235"/>
                <a:ext cx="1658" cy="1162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8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0" name="椭圆 39"/>
            <p:cNvSpPr/>
            <p:nvPr>
              <p:custDataLst>
                <p:tags r:id="rId18"/>
              </p:custDataLst>
            </p:nvPr>
          </p:nvSpPr>
          <p:spPr>
            <a:xfrm>
              <a:off x="4873981" y="3778690"/>
              <a:ext cx="1259284" cy="737870"/>
            </a:xfrm>
            <a:prstGeom prst="ellipse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>
              <p:custDataLst>
                <p:tags r:id="rId19"/>
              </p:custDataLst>
            </p:nvPr>
          </p:nvSpPr>
          <p:spPr>
            <a:xfrm>
              <a:off x="4873981" y="4666420"/>
              <a:ext cx="1259284" cy="737870"/>
            </a:xfrm>
            <a:prstGeom prst="ellipse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/>
          <p:cNvGrpSpPr/>
          <p:nvPr/>
        </p:nvGrpSpPr>
        <p:grpSpPr>
          <a:xfrm>
            <a:off x="1026795" y="1553845"/>
            <a:ext cx="2620645" cy="2090420"/>
            <a:chOff x="1617" y="2447"/>
            <a:chExt cx="4127" cy="3292"/>
          </a:xfrm>
        </p:grpSpPr>
        <p:sp>
          <p:nvSpPr>
            <p:cNvPr id="188" name="文本框 187"/>
            <p:cNvSpPr txBox="1"/>
            <p:nvPr/>
          </p:nvSpPr>
          <p:spPr>
            <a:xfrm>
              <a:off x="1617" y="2447"/>
              <a:ext cx="4127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目录</a:t>
              </a:r>
              <a:endParaRPr kumimoji="0" lang="zh-CN" altLang="en-US" sz="8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776" y="4723"/>
              <a:ext cx="3896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crosoft YaHei Bold" panose="020B0703020204020201" charset="-122"/>
                  <a:ea typeface="Microsoft YaHei Bold" panose="020B0703020204020201" charset="-122"/>
                  <a:cs typeface="+mn-cs"/>
                </a:rPr>
                <a:t>CONTENT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Bold" panose="020B0703020204020201" charset="-122"/>
                <a:ea typeface="Microsoft YaHei Bold" panose="020B0703020204020201" charset="-122"/>
                <a:cs typeface="+mn-cs"/>
              </a:endParaRPr>
            </a:p>
          </p:txBody>
        </p:sp>
      </p:grpSp>
      <p:sp>
        <p:nvSpPr>
          <p:cNvPr id="11" name="文本框 2"/>
          <p:cNvSpPr txBox="1"/>
          <p:nvPr>
            <p:custDataLst>
              <p:tags r:id="rId1"/>
            </p:custDataLst>
          </p:nvPr>
        </p:nvSpPr>
        <p:spPr>
          <a:xfrm>
            <a:off x="551815" y="1268730"/>
            <a:ext cx="1830705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" name="图片 13" descr="/Users/baidongdong/Downloads/科研图设计/芯片技术ppt/图片2副本.png图片2副本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4494"/>
          <a:stretch>
            <a:fillRect/>
          </a:stretch>
        </p:blipFill>
        <p:spPr>
          <a:xfrm>
            <a:off x="-67372" y="32657"/>
            <a:ext cx="5088890" cy="6858000"/>
          </a:xfrm>
          <a:prstGeom prst="rect">
            <a:avLst/>
          </a:prstGeom>
        </p:spPr>
      </p:pic>
      <p:grpSp>
        <p:nvGrpSpPr>
          <p:cNvPr id="83" name="组合 82"/>
          <p:cNvGrpSpPr/>
          <p:nvPr/>
        </p:nvGrpSpPr>
        <p:grpSpPr>
          <a:xfrm>
            <a:off x="4770117" y="1177049"/>
            <a:ext cx="5892989" cy="5256994"/>
            <a:chOff x="4869555" y="1050925"/>
            <a:chExt cx="5892989" cy="5256994"/>
          </a:xfrm>
        </p:grpSpPr>
        <p:sp>
          <p:nvSpPr>
            <p:cNvPr id="135" name="椭圆 134"/>
            <p:cNvSpPr/>
            <p:nvPr>
              <p:custDataLst>
                <p:tags r:id="rId5"/>
              </p:custDataLst>
            </p:nvPr>
          </p:nvSpPr>
          <p:spPr>
            <a:xfrm>
              <a:off x="4869555" y="5570049"/>
              <a:ext cx="1259284" cy="737870"/>
            </a:xfrm>
            <a:prstGeom prst="ellipse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4873984" y="1050925"/>
              <a:ext cx="5888560" cy="739775"/>
              <a:chOff x="9413" y="600"/>
              <a:chExt cx="7753" cy="1165"/>
            </a:xfrm>
          </p:grpSpPr>
          <p:sp>
            <p:nvSpPr>
              <p:cNvPr id="49" name="文本框 4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175" y="673"/>
                <a:ext cx="5991" cy="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3200" b="1" kern="0" noProof="0" dirty="0">
                    <a:ln>
                      <a:noFill/>
                    </a:ln>
                    <a:solidFill>
                      <a:srgbClr val="D9D9D9"/>
                    </a:solidFill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PARTNR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D9D9D9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D9D9D9"/>
                  </a:solidFill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50" name="流程图: 卡片 49"/>
              <p:cNvSpPr/>
              <p:nvPr>
                <p:custDataLst>
                  <p:tags r:id="rId7"/>
                </p:custDataLst>
              </p:nvPr>
            </p:nvSpPr>
            <p:spPr>
              <a:xfrm>
                <a:off x="9924" y="836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51" name="流程图: 卡片 50"/>
              <p:cNvSpPr/>
              <p:nvPr>
                <p:custDataLst>
                  <p:tags r:id="rId8"/>
                </p:custDataLst>
              </p:nvPr>
            </p:nvSpPr>
            <p:spPr>
              <a:xfrm>
                <a:off x="9744" y="656"/>
                <a:ext cx="997" cy="997"/>
              </a:xfrm>
              <a:prstGeom prst="flowChartPunchedCard">
                <a:avLst/>
              </a:prstGeom>
              <a:solidFill>
                <a:srgbClr val="F2F2F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2E8A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52" name="椭圆 51"/>
              <p:cNvSpPr/>
              <p:nvPr>
                <p:custDataLst>
                  <p:tags r:id="rId9"/>
                </p:custDataLst>
              </p:nvPr>
            </p:nvSpPr>
            <p:spPr>
              <a:xfrm>
                <a:off x="9413" y="600"/>
                <a:ext cx="1658" cy="1165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873984" y="1961450"/>
              <a:ext cx="5888560" cy="737870"/>
              <a:chOff x="9413" y="2235"/>
              <a:chExt cx="7753" cy="1162"/>
            </a:xfrm>
          </p:grpSpPr>
          <p:sp>
            <p:nvSpPr>
              <p:cNvPr id="45" name="文本框 4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1175" y="2308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---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46" name="流程图: 卡片 45"/>
              <p:cNvSpPr/>
              <p:nvPr>
                <p:custDataLst>
                  <p:tags r:id="rId11"/>
                </p:custDataLst>
              </p:nvPr>
            </p:nvSpPr>
            <p:spPr>
              <a:xfrm>
                <a:off x="9924" y="2471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7" name="流程图: 卡片 46"/>
              <p:cNvSpPr/>
              <p:nvPr>
                <p:custDataLst>
                  <p:tags r:id="rId12"/>
                </p:custDataLst>
              </p:nvPr>
            </p:nvSpPr>
            <p:spPr>
              <a:xfrm>
                <a:off x="9744" y="2291"/>
                <a:ext cx="997" cy="997"/>
              </a:xfrm>
              <a:prstGeom prst="flowChartPunchedCard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BACC6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8" name="椭圆 47"/>
              <p:cNvSpPr/>
              <p:nvPr>
                <p:custDataLst>
                  <p:tags r:id="rId13"/>
                </p:custDataLst>
              </p:nvPr>
            </p:nvSpPr>
            <p:spPr>
              <a:xfrm>
                <a:off x="9413" y="2235"/>
                <a:ext cx="1658" cy="1162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4873982" y="2870070"/>
              <a:ext cx="5888559" cy="737870"/>
              <a:chOff x="9413" y="2235"/>
              <a:chExt cx="7753" cy="1162"/>
            </a:xfrm>
          </p:grpSpPr>
          <p:sp>
            <p:nvSpPr>
              <p:cNvPr id="41" name="文本框 4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175" y="2308"/>
                <a:ext cx="5991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---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42" name="流程图: 卡片 41"/>
              <p:cNvSpPr/>
              <p:nvPr>
                <p:custDataLst>
                  <p:tags r:id="rId15"/>
                </p:custDataLst>
              </p:nvPr>
            </p:nvSpPr>
            <p:spPr>
              <a:xfrm>
                <a:off x="9924" y="2471"/>
                <a:ext cx="915" cy="916"/>
              </a:xfrm>
              <a:prstGeom prst="flowChartPunchedCard">
                <a:avLst/>
              </a:prstGeom>
              <a:noFill/>
              <a:ln w="127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485D2"/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3" name="流程图: 卡片 42"/>
              <p:cNvSpPr/>
              <p:nvPr>
                <p:custDataLst>
                  <p:tags r:id="rId16"/>
                </p:custDataLst>
              </p:nvPr>
            </p:nvSpPr>
            <p:spPr>
              <a:xfrm>
                <a:off x="9744" y="2291"/>
                <a:ext cx="997" cy="997"/>
              </a:xfrm>
              <a:prstGeom prst="flowChartPunchedCard">
                <a:avLst/>
              </a:prstGeom>
              <a:solidFill>
                <a:srgbClr val="0070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4BACC6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方正清刻本悦宋简体" panose="02000000000000000000" pitchFamily="2" charset="-122"/>
                  <a:ea typeface="方正清刻本悦宋简体" panose="02000000000000000000" pitchFamily="2" charset="-122"/>
                  <a:cs typeface="+mn-cs"/>
                </a:endParaRPr>
              </a:p>
            </p:txBody>
          </p:sp>
          <p:sp>
            <p:nvSpPr>
              <p:cNvPr id="44" name="椭圆 43"/>
              <p:cNvSpPr/>
              <p:nvPr>
                <p:custDataLst>
                  <p:tags r:id="rId17"/>
                </p:custDataLst>
              </p:nvPr>
            </p:nvSpPr>
            <p:spPr>
              <a:xfrm>
                <a:off x="9413" y="2235"/>
                <a:ext cx="1658" cy="1162"/>
              </a:xfrm>
              <a:prstGeom prst="ellipse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800" b="1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0" name="椭圆 39"/>
            <p:cNvSpPr/>
            <p:nvPr>
              <p:custDataLst>
                <p:tags r:id="rId18"/>
              </p:custDataLst>
            </p:nvPr>
          </p:nvSpPr>
          <p:spPr>
            <a:xfrm>
              <a:off x="4873983" y="3778690"/>
              <a:ext cx="1259284" cy="737870"/>
            </a:xfrm>
            <a:prstGeom prst="ellipse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>
              <p:custDataLst>
                <p:tags r:id="rId19"/>
              </p:custDataLst>
            </p:nvPr>
          </p:nvSpPr>
          <p:spPr>
            <a:xfrm>
              <a:off x="4873981" y="4666420"/>
              <a:ext cx="1259284" cy="737870"/>
            </a:xfrm>
            <a:prstGeom prst="ellipse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30" name="Shape 45"/>
          <p:cNvSpPr/>
          <p:nvPr/>
        </p:nvSpPr>
        <p:spPr>
          <a:xfrm>
            <a:off x="-12883" y="2059261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rgbClr val="006EB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rgbClr val="006EB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rgbClr val="006EB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775" y="69850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29149"/>
  <p:tag name="KSO_WM_TEMPLATE_THUMBS_INDEX" val="1、5、6、7、9、10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0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1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2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3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4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5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6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7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8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29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30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31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32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  <p:tag name="KSO_WM_UNIT_TEXT_SHADOW_SCHEMECOLOR_INDEX_BRIGHTNESS" val="0"/>
  <p:tag name="KSO_WM_UNIT_TEXT_SHADOW_SCHEMECOLOR_INDEX" val="1"/>
</p:tagLst>
</file>

<file path=ppt/tags/tag133.xml><?xml version="1.0" encoding="utf-8"?>
<p:tagLst xmlns:p="http://schemas.openxmlformats.org/presentationml/2006/main">
  <p:tag name="KSO_WM_SLIDE_BACKGROUND_TYPE" val="general"/>
</p:tagLst>
</file>

<file path=ppt/tags/tag134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  <p:tag name="KSO_WM_UNIT_TEXT_SHADOW_SCHEMECOLOR_INDEX_BRIGHTNESS" val="0"/>
  <p:tag name="KSO_WM_UNIT_TEXT_SHADOW_SCHEMECOLOR_INDEX" val="1"/>
</p:tagLst>
</file>

<file path=ppt/tags/tag135.xml><?xml version="1.0" encoding="utf-8"?>
<p:tagLst xmlns:p="http://schemas.openxmlformats.org/presentationml/2006/main">
  <p:tag name="KSO_WM_SLIDE_BACKGROUND_TYPE" val="general"/>
</p:tagLst>
</file>

<file path=ppt/tags/tag136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  <p:tag name="KSO_WM_UNIT_TEXT_SHADOW_SCHEMECOLOR_INDEX_BRIGHTNESS" val="0"/>
  <p:tag name="KSO_WM_UNIT_TEXT_SHADOW_SCHEMECOLOR_INDEX" val="1"/>
</p:tagLst>
</file>

<file path=ppt/tags/tag137.xml><?xml version="1.0" encoding="utf-8"?>
<p:tagLst xmlns:p="http://schemas.openxmlformats.org/presentationml/2006/main">
  <p:tag name="KSO_WM_SLIDE_BACKGROUND_TYPE" val="general"/>
</p:tagLst>
</file>

<file path=ppt/tags/tag138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  <p:tag name="KSO_WM_UNIT_TEXT_SHADOW_SCHEMECOLOR_INDEX_BRIGHTNESS" val="0"/>
  <p:tag name="KSO_WM_UNIT_TEXT_SHADOW_SCHEMECOLOR_INDEX" val="1"/>
</p:tagLst>
</file>

<file path=ppt/tags/tag139.xml><?xml version="1.0" encoding="utf-8"?>
<p:tagLst xmlns:p="http://schemas.openxmlformats.org/presentationml/2006/main">
  <p:tag name="KSO_WM_SLIDE_BACKGROUND_TYPE" val="general"/>
</p:tagLst>
</file>

<file path=ppt/tags/tag140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3"/>
  <p:tag name="KSO_WM_UNIT_TEXT_FILL_TYPE" val="1"/>
  <p:tag name="KSO_WM_UNIT_TEXT_SHADOW_SCHEMECOLOR_INDEX_BRIGHTNESS" val="0"/>
  <p:tag name="KSO_WM_UNIT_TEXT_SHADOW_SCHEMECOLOR_INDEX" val="1"/>
</p:tagLst>
</file>

<file path=ppt/tags/tag141.xml><?xml version="1.0" encoding="utf-8"?>
<p:tagLst xmlns:p="http://schemas.openxmlformats.org/presentationml/2006/main">
  <p:tag name="KSO_WM_SLIDE_BACKGROUND_TYPE" val="general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46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47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48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49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0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1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2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3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4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5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6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7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8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59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64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65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66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67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68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69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0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1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2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3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4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5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6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7.xml><?xml version="1.0" encoding="utf-8"?>
<p:tagLst xmlns:p="http://schemas.openxmlformats.org/presentationml/2006/main">
  <p:tag name="KSO_WM_DIAGRAM_VIRTUALLY_FRAME" val="{&quot;height&quot;:276.15,&quot;left&quot;:386.2155905511811,&quot;top&quot;:136.82496062992124,&quot;width&quot;:519.033937007874}"/>
</p:tagLst>
</file>

<file path=ppt/tags/tag178.xml><?xml version="1.0" encoding="utf-8"?>
<p:tagLst xmlns:p="http://schemas.openxmlformats.org/presentationml/2006/main">
  <p:tag name="RESOURCE_RECORD_KEY" val="{&quot;65&quot;:[20229149],&quot;70&quot;:[3319068,3312407]}"/>
  <p:tag name="COMMONDATA" val="eyJoZGlkIjoiMGRkMWM2YzI4OTJkY2NlYWQwYWViYjk5NTBkMzZiM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WPS 演示</Application>
  <PresentationFormat>宽屏</PresentationFormat>
  <Paragraphs>117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思源黑体 HW Regular</vt:lpstr>
      <vt:lpstr>Noto Sans S Chinese</vt:lpstr>
      <vt:lpstr>Microsoft YaHei Bold</vt:lpstr>
      <vt:lpstr>Calibri</vt:lpstr>
      <vt:lpstr>方正清刻本悦宋简体</vt:lpstr>
      <vt:lpstr>Impact</vt:lpstr>
      <vt:lpstr>Times New Roman</vt:lpstr>
      <vt:lpstr>等线 Light</vt:lpstr>
      <vt:lpstr>等线</vt:lpstr>
      <vt:lpstr>Arial Unicode MS</vt:lpstr>
      <vt:lpstr>Calibri Light</vt:lpstr>
      <vt:lpstr>黑体</vt:lpstr>
      <vt:lpstr>Calibri</vt:lpstr>
      <vt:lpstr>Impact</vt:lpstr>
      <vt:lpstr>Microsoft YaHei Bold</vt:lpstr>
      <vt:lpstr>Noto Sans S Chinese</vt:lpstr>
      <vt:lpstr>思源黑体 HW Regular</vt:lpstr>
      <vt:lpstr>方正清刻本悦宋简体</vt:lpstr>
      <vt:lpstr>Segoe Print</vt:lpstr>
      <vt:lpstr>Bauhaus 93</vt:lpstr>
      <vt:lpstr>Microsoft YaHei UI</vt:lpstr>
      <vt:lpstr>Office 主题​​</vt:lpstr>
      <vt:lpstr>1_Office 主题​​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CccraBbb</cp:lastModifiedBy>
  <cp:revision>177</cp:revision>
  <dcterms:created xsi:type="dcterms:W3CDTF">2024-03-10T07:46:00Z</dcterms:created>
  <dcterms:modified xsi:type="dcterms:W3CDTF">2026-01-27T08:57:57Z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F8B0F0519E0F4D9ABFF080404707B144_13</vt:lpwstr>
  </property>
  <property fmtid="{D5CDD505-2E9C-101B-9397-08002B2CF9AE}" pid="3" name="KSOProductBuildVer">
    <vt:lpwstr>2052-12.1.0.24657</vt:lpwstr>
  </property>
</Properties>
</file>